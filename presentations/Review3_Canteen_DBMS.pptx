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c1c5e65b-605b-288e-2841-cb1dc01970c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2B2118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2B2118"/>
                </a:solidFill>
                <a:latin typeface="+mn-lt"/>
              </a:rPr>
              <a:t>Revenue per day (sample data, Rs.)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11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07 Oct</c:v>
                  </c:pt>
                  <c:pt idx="1">
                    <c:v>08 Oct</c:v>
                  </c:pt>
                  <c:pt idx="2">
                    <c:v>09 Oct</c:v>
                  </c:pt>
                  <c:pt idx="3">
                    <c:v>12 Oct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567</c:v>
                </c:pt>
                <c:pt idx="1">
                  <c:v>336</c:v>
                </c:pt>
                <c:pt idx="2">
                  <c:v>157.5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B211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3E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CD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3E2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Canteen Food Ordering &amp; Billing DBMS  |  Project 07  |  Review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Canteen Food Ordering &amp; Billing Management System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DBMS Project 07  |  Review 3 (Week 16)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Final demonstration of the working prototype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Presented by: Prateek and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node"/>
          <p:cNvSpPr/>
          <p:nvPr/>
        </p:nvSpPr>
        <p:spPr>
          <a:xfrm>
            <a:off x="548640" y="1737360"/>
            <a:ext cx="236143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8288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Browser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31720"/>
            <a:ext cx="20871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Cashier, kitchen or admin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3001518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ode"/>
          <p:cNvSpPr/>
          <p:nvPr/>
        </p:nvSpPr>
        <p:spPr>
          <a:xfrm>
            <a:off x="3458718" y="1737360"/>
            <a:ext cx="236143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5878" y="18288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Streamlit app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95878" y="2331720"/>
            <a:ext cx="20871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app/app.py pages and forms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5911596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de"/>
          <p:cNvSpPr/>
          <p:nvPr/>
        </p:nvSpPr>
        <p:spPr>
          <a:xfrm>
            <a:off x="6368796" y="1737360"/>
            <a:ext cx="236143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5956" y="18288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MySQL connector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05956" y="2331720"/>
            <a:ext cx="20871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driver, transactions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8821674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ode"/>
          <p:cNvSpPr/>
          <p:nvPr/>
        </p:nvSpPr>
        <p:spPr>
          <a:xfrm>
            <a:off x="9278874" y="1737360"/>
            <a:ext cx="236143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6034" y="1828800"/>
            <a:ext cx="20871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MySQL 8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416034" y="2331720"/>
            <a:ext cx="20871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canteen_db: tables, triggers, views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All business rules live in the database, so any client sees the same behaviour.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Application modules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Revenue, pending orders, low stock.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390138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3618738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873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13098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Menu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64458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Search, add item, update price.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231636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6460236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023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054596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New Order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 and items with validation.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9073134" y="137160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9301734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173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96094" y="150876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Kitchen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347454" y="228600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Move orders through each status.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Ingredients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Issue, restock, low-stock flag.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3390138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3618738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1873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213098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Billing &amp; Payment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664458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Generate bill, take payment.</a:t>
            </a:r>
            <a:endParaRPr lang="en-US" sz="1400" dirty="0"/>
          </a:p>
        </p:txBody>
      </p:sp>
      <p:sp>
        <p:nvSpPr>
          <p:cNvPr id="33" name="card"/>
          <p:cNvSpPr/>
          <p:nvPr/>
        </p:nvSpPr>
        <p:spPr>
          <a:xfrm>
            <a:off x="6231636" y="374904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6460236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6023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54596" y="3886200"/>
            <a:ext cx="1561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505956" y="4663440"/>
            <a:ext cx="201853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Seven reports, search, CSV.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demo: life of an order</a:t>
            </a:r>
            <a:endParaRPr lang="en-US" sz="3400" dirty="0"/>
          </a:p>
        </p:txBody>
      </p:sp>
      <p:sp>
        <p:nvSpPr>
          <p:cNvPr id="3" name="node"/>
          <p:cNvSpPr/>
          <p:nvPr/>
        </p:nvSpPr>
        <p:spPr>
          <a:xfrm>
            <a:off x="548640" y="1645920"/>
            <a:ext cx="1925726" cy="237744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737360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Place order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4028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Customer and items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474366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ode"/>
          <p:cNvSpPr/>
          <p:nvPr/>
        </p:nvSpPr>
        <p:spPr>
          <a:xfrm>
            <a:off x="2840126" y="1645920"/>
            <a:ext cx="1925726" cy="237744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7286" y="1737360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Preparing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77286" y="224028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Ingredients deducted</a:t>
            </a:r>
            <a:endParaRPr lang="en-US" sz="1400" dirty="0"/>
          </a:p>
        </p:txBody>
      </p:sp>
      <p:sp>
        <p:nvSpPr>
          <p:cNvPr id="10" name="arrow"/>
          <p:cNvSpPr/>
          <p:nvPr/>
        </p:nvSpPr>
        <p:spPr>
          <a:xfrm>
            <a:off x="4765853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ode"/>
          <p:cNvSpPr/>
          <p:nvPr/>
        </p:nvSpPr>
        <p:spPr>
          <a:xfrm>
            <a:off x="5131613" y="1645920"/>
            <a:ext cx="1925726" cy="237744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68773" y="1737360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268773" y="224028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Kitchen tasks done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7057339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ode"/>
          <p:cNvSpPr/>
          <p:nvPr/>
        </p:nvSpPr>
        <p:spPr>
          <a:xfrm>
            <a:off x="7423099" y="1645920"/>
            <a:ext cx="1925726" cy="237744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60259" y="1737360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Served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560259" y="224028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Handed over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9348826" y="2724912"/>
            <a:ext cx="365760" cy="219456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ode"/>
          <p:cNvSpPr/>
          <p:nvPr/>
        </p:nvSpPr>
        <p:spPr>
          <a:xfrm>
            <a:off x="9714586" y="1645920"/>
            <a:ext cx="1925726" cy="237744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51746" y="1737360"/>
            <a:ext cx="1651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Billed and paid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851746" y="2240280"/>
            <a:ext cx="165140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5% tax, payment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72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Cancelling during preparation restores the ingredients automatically.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Integrity and transaction awareness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Transactions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order and its items are saved together, or rolled back on any error.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46304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565904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0264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Triggers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237744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Status flow, availability and payment rules cannot be bypassed by the UI.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463040"/>
            <a:ext cx="3514344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354568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48928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Constraints and indexes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2377440"/>
            <a:ext cx="296570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CHECK, FK and UNIQUE keys, with indexes on order time, status and bill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Input validation and error handling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Name, price and quantity are checked before saving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Phone numbers must be exactly 10 digits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Empty orders are blocked in the form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Database errors are shown in plain language</a:t>
            </a:r>
            <a:endParaRPr lang="en-US" sz="1600" dirty="0"/>
          </a:p>
        </p:txBody>
      </p:sp>
      <p:sp>
        <p:nvSpPr>
          <p:cNvPr id="4" name="codebox"/>
          <p:cNvSpPr/>
          <p:nvPr/>
        </p:nvSpPr>
        <p:spPr>
          <a:xfrm>
            <a:off x="6309360" y="1463040"/>
            <a:ext cx="5330952" cy="4023360"/>
          </a:xfrm>
          <a:prstGeom prst="roundRect">
            <a:avLst>
              <a:gd name="adj" fmla="val 227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37960" y="1572768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Sample error messages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965960"/>
            <a:ext cx="48737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rejected: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is unavailable 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cannot be ordered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rejected this: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exceeds the amount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 on this bill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Testing: rules and expected results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57881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Order an unavailable item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Rejected: item is unavailable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Quantity of 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 by CHECK constraint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Mark an order SERVED while PLACED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Rejected: invalid status transition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Pay 99,999 on a bill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Rejected: payment limit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Issue more stock than available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Rejected: stock cannot go negative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Valid order, bill and payment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Saved, bill marked PAID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Sales reporting on sample data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₹1,270.50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billed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9260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₹1,060.50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collected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480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₹210.00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5440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outstanding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GitHub repository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sql/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Schema, sample data, queries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7304" y="146304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4565904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590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0264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app/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237744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Streamlit prototype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25968" y="146304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"/>
          <p:cNvSpPr/>
          <p:nvPr/>
        </p:nvSpPr>
        <p:spPr>
          <a:xfrm>
            <a:off x="8354568" y="1691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545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48928" y="160020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presentations/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00288" y="237744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Review 1, 2 and 3 slides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9476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video/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Public Drive link to the 5-minute demo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37304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"/>
          <p:cNvSpPr/>
          <p:nvPr/>
        </p:nvSpPr>
        <p:spPr>
          <a:xfrm>
            <a:off x="4565904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590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0264" y="379476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report/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611624" y="457200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Final project report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125968" y="3657600"/>
            <a:ext cx="351434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adge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5456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48928" y="3794760"/>
            <a:ext cx="2508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screenshots/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400288" y="457200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Output screens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Conclusion and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Achieved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3NF database with enforced business rules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order-to-payment workflow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Seven meaningful sales and stock reports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920240"/>
            <a:ext cx="53309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login for admin, cashier and kitchen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QR-code ordering from tables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UPI payment gateway integration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SMS alert when an order is ready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1"/>
          <p:cNvSpPr/>
          <p:nvPr/>
        </p:nvSpPr>
        <p:spPr>
          <a:xfrm>
            <a:off x="8686800" y="731520"/>
            <a:ext cx="3108960" cy="310896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2"/>
          <p:cNvSpPr/>
          <p:nvPr/>
        </p:nvSpPr>
        <p:spPr>
          <a:xfrm>
            <a:off x="9966960" y="3566160"/>
            <a:ext cx="1737360" cy="1737360"/>
          </a:xfrm>
          <a:prstGeom prst="ellipse">
            <a:avLst/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2801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40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viva-voce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Presented by: Prateek and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teen Spice">
  <a:themeElements>
    <a:clrScheme name="Canteen Spice">
      <a:dk1>
        <a:srgbClr val="2B2118"/>
      </a:dk1>
      <a:lt1>
        <a:srgbClr val="FFFFFF"/>
      </a:lt1>
      <a:dk2>
        <a:srgbClr val="5A3E2B"/>
      </a:dk2>
      <a:lt2>
        <a:srgbClr val="FDEFE3"/>
      </a:lt2>
      <a:accent1>
        <a:srgbClr val="D9480F"/>
      </a:accent1>
      <a:accent2>
        <a:srgbClr val="F2A93B"/>
      </a:accent2>
      <a:accent3>
        <a:srgbClr val="2F7D5B"/>
      </a:accent3>
      <a:accent4>
        <a:srgbClr val="8C2F39"/>
      </a:accent4>
      <a:accent5>
        <a:srgbClr val="6B7A8F"/>
      </a:accent5>
      <a:accent6>
        <a:srgbClr val="B07D4F"/>
      </a:accent6>
      <a:hlink>
        <a:srgbClr val="D9480F"/>
      </a:hlink>
      <a:folHlink>
        <a:srgbClr val="5A3E2B"/>
      </a:folHlink>
    </a:clrScheme>
    <a:fontScheme name="Canteen Sp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Canteen DBMS - Review 3</dc:title>
  <dc:subject>PptxGenJS Presentation</dc:subject>
  <dc:creator>PptxGenJS</dc:creator>
  <cp:lastModifiedBy>PptxGenJS</cp:lastModifiedBy>
  <cp:revision>1</cp:revision>
  <dcterms:created xsi:type="dcterms:W3CDTF">2026-10-14T02:06:58Z</dcterms:created>
  <dcterms:modified xsi:type="dcterms:W3CDTF">2026-10-14T02:06:58Z</dcterms:modified>
</cp:coreProperties>
</file>